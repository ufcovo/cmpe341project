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57" r:id="rId4"/>
    <p:sldId id="271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0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2" autoAdjust="0"/>
    <p:restoredTop sz="94660"/>
  </p:normalViewPr>
  <p:slideViewPr>
    <p:cSldViewPr>
      <p:cViewPr varScale="1">
        <p:scale>
          <a:sx n="75" d="100"/>
          <a:sy n="75" d="100"/>
        </p:scale>
        <p:origin x="-90" y="-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41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25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2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08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20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50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7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86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0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30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0660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20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57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31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11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5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540F273-5B1F-434F-BB19-B3A90190C281}" type="datetimeFigureOut">
              <a:rPr lang="en-US" smtClean="0"/>
              <a:t>1/8/2021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E220A-2B9B-416F-8DA3-144B26163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357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CMPE341 Project: Movie/Series Database</a:t>
            </a: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tr-TR" dirty="0"/>
              <a:t>Ahmet Berkay GİDİRİŞLİOĞLU</a:t>
            </a:r>
          </a:p>
          <a:p>
            <a:r>
              <a:rPr lang="tr-TR" dirty="0"/>
              <a:t>Ezgi ÇAVAŞ</a:t>
            </a:r>
          </a:p>
          <a:p>
            <a:r>
              <a:rPr lang="tr-TR" dirty="0"/>
              <a:t>Yiğit Fatih KILIÇ</a:t>
            </a:r>
          </a:p>
          <a:p>
            <a:r>
              <a:rPr lang="tr-TR" dirty="0"/>
              <a:t>Mert BULUT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614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Company</a:t>
            </a:r>
            <a:r>
              <a:rPr lang="tr-TR" dirty="0"/>
              <a:t> Information</a:t>
            </a:r>
          </a:p>
          <a:p>
            <a:pPr lvl="1"/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company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 on</a:t>
            </a:r>
            <a:r>
              <a:rPr lang="en-US" dirty="0"/>
              <a:t> is </a:t>
            </a:r>
            <a:r>
              <a:rPr lang="en-US" dirty="0" err="1"/>
              <a:t>Noktacom</a:t>
            </a:r>
            <a:r>
              <a:rPr lang="en-US" dirty="0"/>
              <a:t> Media Internet Service</a:t>
            </a:r>
            <a:r>
              <a:rPr lang="tr-TR" dirty="0"/>
              <a:t>s.</a:t>
            </a:r>
          </a:p>
          <a:p>
            <a:pPr lvl="1"/>
            <a:r>
              <a:rPr lang="en-US" dirty="0"/>
              <a:t>They have a few sites. One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 on </a:t>
            </a:r>
            <a:r>
              <a:rPr lang="en-US" dirty="0"/>
              <a:t>Sinemalar.com that shares information about movies. Sinemalar.com is one of the biggest websites about movies in Turkey.</a:t>
            </a:r>
            <a:endParaRPr lang="en-US" sz="2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79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Aim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Project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employer (</a:t>
            </a:r>
            <a:r>
              <a:rPr lang="en-US" dirty="0" err="1"/>
              <a:t>Noktacom</a:t>
            </a:r>
            <a:r>
              <a:rPr lang="en-US" dirty="0"/>
              <a:t> Media Internet Service</a:t>
            </a:r>
            <a:r>
              <a:rPr lang="tr-TR" dirty="0"/>
              <a:t>s</a:t>
            </a:r>
            <a:r>
              <a:rPr lang="en-US" dirty="0"/>
              <a:t>) has a database that shows information about movies and series to the end users. But this current database’s design and architecture is old and </a:t>
            </a:r>
            <a:r>
              <a:rPr lang="tr-TR" dirty="0"/>
              <a:t>in</a:t>
            </a:r>
            <a:r>
              <a:rPr lang="en-US" dirty="0"/>
              <a:t>efficient.</a:t>
            </a:r>
            <a:endParaRPr lang="tr-TR" dirty="0"/>
          </a:p>
          <a:p>
            <a:r>
              <a:rPr lang="tr-TR" dirty="0" err="1"/>
              <a:t>So</a:t>
            </a:r>
            <a:r>
              <a:rPr lang="tr-TR" dirty="0"/>
              <a:t> </a:t>
            </a:r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aim</a:t>
            </a:r>
            <a:r>
              <a:rPr lang="tr-TR" dirty="0"/>
              <a:t> is </a:t>
            </a:r>
            <a:r>
              <a:rPr lang="tr-TR" dirty="0" err="1"/>
              <a:t>to</a:t>
            </a:r>
            <a:r>
              <a:rPr lang="tr-TR" dirty="0"/>
              <a:t> re-</a:t>
            </a:r>
            <a:r>
              <a:rPr lang="tr-TR" dirty="0" err="1"/>
              <a:t>design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database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make</a:t>
            </a:r>
            <a:r>
              <a:rPr lang="tr-TR" dirty="0"/>
              <a:t> it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faster</a:t>
            </a:r>
            <a:r>
              <a:rPr lang="tr-TR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779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General Design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database will held the information about</a:t>
            </a:r>
          </a:p>
          <a:p>
            <a:pPr lvl="1"/>
            <a:r>
              <a:rPr lang="en-US" dirty="0"/>
              <a:t>Movies and Television Series</a:t>
            </a:r>
          </a:p>
          <a:p>
            <a:pPr lvl="1"/>
            <a:r>
              <a:rPr lang="en-US" dirty="0"/>
              <a:t>The Crew who worked on these projects, such as writers, directors, musicians, etc.</a:t>
            </a:r>
          </a:p>
          <a:p>
            <a:pPr lvl="1"/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users</a:t>
            </a:r>
            <a:r>
              <a:rPr lang="tr-TR" dirty="0"/>
              <a:t>’ </a:t>
            </a:r>
            <a:r>
              <a:rPr lang="tr-TR" dirty="0" err="1"/>
              <a:t>reviews</a:t>
            </a:r>
            <a:r>
              <a:rPr lang="tr-TR" dirty="0"/>
              <a:t>, </a:t>
            </a:r>
            <a:r>
              <a:rPr lang="tr-TR" dirty="0" err="1"/>
              <a:t>ratings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genre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movies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TV </a:t>
            </a:r>
            <a:r>
              <a:rPr lang="tr-TR" dirty="0" err="1"/>
              <a:t>series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413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Entities</a:t>
            </a:r>
            <a:r>
              <a:rPr lang="tr-TR" dirty="0"/>
              <a:t>’ </a:t>
            </a:r>
            <a:r>
              <a:rPr lang="tr-TR" dirty="0" err="1"/>
              <a:t>Attributes</a:t>
            </a:r>
            <a:r>
              <a:rPr lang="tr-TR" dirty="0"/>
              <a:t> &amp; </a:t>
            </a:r>
            <a:r>
              <a:rPr lang="tr-TR" dirty="0" err="1"/>
              <a:t>Relationships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Movie is </a:t>
            </a:r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entity</a:t>
            </a:r>
            <a:r>
              <a:rPr lang="tr-TR" dirty="0"/>
              <a:t>. </a:t>
            </a:r>
          </a:p>
          <a:p>
            <a:pPr lvl="1"/>
            <a:r>
              <a:rPr lang="tr-TR" dirty="0"/>
              <a:t>Movie ID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primary</a:t>
            </a:r>
            <a:r>
              <a:rPr lang="tr-TR" dirty="0"/>
              <a:t> </a:t>
            </a:r>
            <a:r>
              <a:rPr lang="tr-TR" dirty="0" err="1"/>
              <a:t>key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Year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movie</a:t>
            </a:r>
            <a:r>
              <a:rPr lang="tr-TR" dirty="0"/>
              <a:t> </a:t>
            </a:r>
            <a:r>
              <a:rPr lang="tr-TR" dirty="0" err="1"/>
              <a:t>released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Budget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movie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Runtime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movie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Box-</a:t>
            </a:r>
            <a:r>
              <a:rPr lang="tr-TR" dirty="0" err="1"/>
              <a:t>office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movie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Rating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movie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reviewers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Country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movie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Language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movie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title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movie</a:t>
            </a:r>
            <a:r>
              <a:rPr lang="tr-TR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095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Entities</a:t>
            </a:r>
            <a:r>
              <a:rPr lang="tr-TR" dirty="0"/>
              <a:t>’ </a:t>
            </a:r>
            <a:r>
              <a:rPr lang="tr-TR" dirty="0" err="1"/>
              <a:t>Attributes</a:t>
            </a:r>
            <a:r>
              <a:rPr lang="tr-TR" dirty="0"/>
              <a:t> &amp; </a:t>
            </a:r>
            <a:r>
              <a:rPr lang="tr-TR" dirty="0" err="1"/>
              <a:t>Relationships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Second </a:t>
            </a:r>
            <a:r>
              <a:rPr lang="tr-TR" dirty="0" err="1"/>
              <a:t>entity</a:t>
            </a:r>
            <a:r>
              <a:rPr lang="tr-TR" dirty="0"/>
              <a:t> is </a:t>
            </a:r>
            <a:r>
              <a:rPr lang="tr-TR" dirty="0" err="1"/>
              <a:t>TVSeries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Series ID is </a:t>
            </a:r>
            <a:r>
              <a:rPr lang="tr-TR" dirty="0" err="1"/>
              <a:t>primary</a:t>
            </a:r>
            <a:r>
              <a:rPr lang="tr-TR" dirty="0"/>
              <a:t> </a:t>
            </a:r>
            <a:r>
              <a:rPr lang="tr-TR" dirty="0" err="1"/>
              <a:t>key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Start-</a:t>
            </a:r>
            <a:r>
              <a:rPr lang="tr-TR" dirty="0" err="1"/>
              <a:t>date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series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End-date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series</a:t>
            </a:r>
            <a:r>
              <a:rPr lang="tr-TR" dirty="0"/>
              <a:t>,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series</a:t>
            </a:r>
            <a:r>
              <a:rPr lang="tr-TR" dirty="0"/>
              <a:t> is </a:t>
            </a:r>
            <a:r>
              <a:rPr lang="tr-TR" dirty="0" err="1"/>
              <a:t>finished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Budget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series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Season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series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Title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series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Rating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series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Language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series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Country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series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Platform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series</a:t>
            </a:r>
            <a:r>
              <a:rPr lang="tr-TR" dirty="0"/>
              <a:t>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21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Entities</a:t>
            </a:r>
            <a:r>
              <a:rPr lang="tr-TR" dirty="0"/>
              <a:t>’ </a:t>
            </a:r>
            <a:r>
              <a:rPr lang="tr-TR" dirty="0" err="1"/>
              <a:t>Attributes</a:t>
            </a:r>
            <a:r>
              <a:rPr lang="tr-TR" dirty="0"/>
              <a:t> &amp; </a:t>
            </a:r>
            <a:r>
              <a:rPr lang="tr-TR" dirty="0" err="1"/>
              <a:t>Relationships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Review</a:t>
            </a:r>
            <a:r>
              <a:rPr lang="tr-TR" dirty="0"/>
              <a:t> is </a:t>
            </a:r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third</a:t>
            </a:r>
            <a:r>
              <a:rPr lang="tr-TR" dirty="0"/>
              <a:t> </a:t>
            </a:r>
            <a:r>
              <a:rPr lang="tr-TR" dirty="0" err="1"/>
              <a:t>entity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Review</a:t>
            </a:r>
            <a:r>
              <a:rPr lang="tr-TR" dirty="0"/>
              <a:t> ID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primary</a:t>
            </a:r>
            <a:r>
              <a:rPr lang="tr-TR" dirty="0"/>
              <a:t> </a:t>
            </a:r>
            <a:r>
              <a:rPr lang="tr-TR" dirty="0" err="1"/>
              <a:t>key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The</a:t>
            </a:r>
            <a:r>
              <a:rPr lang="tr-TR" dirty="0"/>
              <a:t> post </a:t>
            </a:r>
            <a:r>
              <a:rPr lang="tr-TR" dirty="0" err="1"/>
              <a:t>date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review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Nickname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user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Rating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 </a:t>
            </a:r>
            <a:r>
              <a:rPr lang="tr-TR" dirty="0" err="1"/>
              <a:t>user</a:t>
            </a:r>
            <a:r>
              <a:rPr lang="tr-TR" dirty="0"/>
              <a:t>.</a:t>
            </a:r>
          </a:p>
          <a:p>
            <a:pPr lvl="1"/>
            <a:r>
              <a:rPr lang="en-US" dirty="0"/>
              <a:t>Review text to show the comment</a:t>
            </a:r>
          </a:p>
        </p:txBody>
      </p:sp>
    </p:spTree>
    <p:extLst>
      <p:ext uri="{BB962C8B-B14F-4D97-AF65-F5344CB8AC3E}">
        <p14:creationId xmlns:p14="http://schemas.microsoft.com/office/powerpoint/2010/main" val="1048892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Entities</a:t>
            </a:r>
            <a:r>
              <a:rPr lang="tr-TR" dirty="0"/>
              <a:t>’ </a:t>
            </a:r>
            <a:r>
              <a:rPr lang="tr-TR" dirty="0" err="1"/>
              <a:t>Attributes</a:t>
            </a:r>
            <a:r>
              <a:rPr lang="tr-TR" dirty="0"/>
              <a:t> &amp; </a:t>
            </a:r>
            <a:r>
              <a:rPr lang="tr-TR" dirty="0" err="1"/>
              <a:t>Relationships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Crew</a:t>
            </a:r>
            <a:r>
              <a:rPr lang="tr-TR" dirty="0"/>
              <a:t> is </a:t>
            </a:r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fourth</a:t>
            </a:r>
            <a:r>
              <a:rPr lang="tr-TR" dirty="0"/>
              <a:t> </a:t>
            </a:r>
            <a:r>
              <a:rPr lang="tr-TR" dirty="0" err="1"/>
              <a:t>entity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it is a </a:t>
            </a:r>
            <a:r>
              <a:rPr lang="tr-TR" dirty="0" err="1"/>
              <a:t>superclass</a:t>
            </a:r>
            <a:r>
              <a:rPr lang="tr-TR" dirty="0"/>
              <a:t>. </a:t>
            </a:r>
            <a:r>
              <a:rPr lang="tr-TR" dirty="0" err="1"/>
              <a:t>It</a:t>
            </a:r>
            <a:r>
              <a:rPr lang="tr-TR" dirty="0"/>
              <a:t> </a:t>
            </a:r>
            <a:r>
              <a:rPr lang="tr-TR" dirty="0" err="1"/>
              <a:t>includes</a:t>
            </a:r>
            <a:r>
              <a:rPr lang="tr-TR" dirty="0"/>
              <a:t> </a:t>
            </a:r>
            <a:r>
              <a:rPr lang="tr-TR" dirty="0" err="1"/>
              <a:t>information</a:t>
            </a:r>
            <a:r>
              <a:rPr lang="tr-TR" dirty="0"/>
              <a:t> </a:t>
            </a:r>
            <a:r>
              <a:rPr lang="tr-TR" dirty="0" err="1"/>
              <a:t>about</a:t>
            </a:r>
            <a:r>
              <a:rPr lang="tr-TR" dirty="0"/>
              <a:t> </a:t>
            </a:r>
            <a:r>
              <a:rPr lang="tr-TR" dirty="0" err="1"/>
              <a:t>crew</a:t>
            </a:r>
            <a:r>
              <a:rPr lang="tr-TR" dirty="0"/>
              <a:t> </a:t>
            </a:r>
            <a:r>
              <a:rPr lang="tr-TR" dirty="0" err="1"/>
              <a:t>members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Crew</a:t>
            </a:r>
            <a:r>
              <a:rPr lang="tr-TR" dirty="0"/>
              <a:t> ID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primary</a:t>
            </a:r>
            <a:r>
              <a:rPr lang="tr-TR" dirty="0"/>
              <a:t> </a:t>
            </a:r>
            <a:r>
              <a:rPr lang="tr-TR" dirty="0" err="1"/>
              <a:t>key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Name of a </a:t>
            </a:r>
            <a:r>
              <a:rPr lang="tr-TR" dirty="0" err="1"/>
              <a:t>crew</a:t>
            </a:r>
            <a:r>
              <a:rPr lang="tr-TR" dirty="0"/>
              <a:t> </a:t>
            </a:r>
            <a:r>
              <a:rPr lang="tr-TR" dirty="0" err="1"/>
              <a:t>member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Birthdate</a:t>
            </a:r>
            <a:r>
              <a:rPr lang="tr-TR" dirty="0"/>
              <a:t> of a </a:t>
            </a:r>
            <a:r>
              <a:rPr lang="tr-TR" dirty="0" err="1"/>
              <a:t>crew</a:t>
            </a:r>
            <a:r>
              <a:rPr lang="tr-TR" dirty="0"/>
              <a:t> </a:t>
            </a:r>
            <a:r>
              <a:rPr lang="tr-TR" dirty="0" err="1"/>
              <a:t>member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Nationality</a:t>
            </a:r>
            <a:r>
              <a:rPr lang="tr-TR" dirty="0"/>
              <a:t> of a </a:t>
            </a:r>
            <a:r>
              <a:rPr lang="tr-TR" dirty="0" err="1"/>
              <a:t>crew</a:t>
            </a:r>
            <a:r>
              <a:rPr lang="tr-TR" dirty="0"/>
              <a:t> </a:t>
            </a:r>
            <a:r>
              <a:rPr lang="tr-TR" dirty="0" err="1"/>
              <a:t>member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Brief</a:t>
            </a:r>
            <a:r>
              <a:rPr lang="tr-TR" dirty="0"/>
              <a:t> </a:t>
            </a:r>
            <a:r>
              <a:rPr lang="tr-TR" dirty="0" err="1"/>
              <a:t>biography</a:t>
            </a:r>
            <a:r>
              <a:rPr lang="tr-TR" dirty="0"/>
              <a:t> of a </a:t>
            </a:r>
            <a:r>
              <a:rPr lang="tr-TR" dirty="0" err="1"/>
              <a:t>crew</a:t>
            </a:r>
            <a:r>
              <a:rPr lang="tr-TR" dirty="0"/>
              <a:t> </a:t>
            </a:r>
            <a:r>
              <a:rPr lang="tr-TR" dirty="0" err="1"/>
              <a:t>member</a:t>
            </a:r>
            <a:r>
              <a:rPr lang="tr-T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466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Entities</a:t>
            </a:r>
            <a:r>
              <a:rPr lang="tr-TR" dirty="0"/>
              <a:t>’ </a:t>
            </a:r>
            <a:r>
              <a:rPr lang="tr-TR" dirty="0" err="1"/>
              <a:t>Attributes</a:t>
            </a:r>
            <a:r>
              <a:rPr lang="tr-TR" dirty="0"/>
              <a:t> &amp; </a:t>
            </a:r>
            <a:r>
              <a:rPr lang="tr-TR" dirty="0" err="1"/>
              <a:t>Relationships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dirty="0" err="1"/>
              <a:t>Crew</a:t>
            </a:r>
            <a:r>
              <a:rPr lang="tr-TR" dirty="0"/>
              <a:t> has </a:t>
            </a:r>
            <a:r>
              <a:rPr lang="tr-TR" dirty="0" err="1"/>
              <a:t>subclasses</a:t>
            </a:r>
            <a:r>
              <a:rPr lang="tr-TR" dirty="0"/>
              <a:t>:</a:t>
            </a:r>
          </a:p>
          <a:p>
            <a:pPr lvl="1"/>
            <a:r>
              <a:rPr lang="tr-TR" dirty="0"/>
              <a:t>Writer has a </a:t>
            </a:r>
            <a:r>
              <a:rPr lang="tr-TR" dirty="0" err="1"/>
              <a:t>type</a:t>
            </a:r>
            <a:r>
              <a:rPr lang="tr-TR" dirty="0"/>
              <a:t> </a:t>
            </a:r>
            <a:r>
              <a:rPr lang="tr-TR" dirty="0" err="1"/>
              <a:t>attribute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show</a:t>
            </a:r>
            <a:r>
              <a:rPr lang="tr-TR" dirty="0"/>
              <a:t>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type</a:t>
            </a:r>
            <a:r>
              <a:rPr lang="tr-TR" dirty="0"/>
              <a:t> of </a:t>
            </a:r>
            <a:r>
              <a:rPr lang="tr-TR" dirty="0" err="1"/>
              <a:t>writer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Cast</a:t>
            </a:r>
            <a:r>
              <a:rPr lang="tr-TR" dirty="0"/>
              <a:t> has</a:t>
            </a:r>
          </a:p>
          <a:p>
            <a:pPr lvl="2"/>
            <a:r>
              <a:rPr lang="tr-TR" dirty="0" err="1"/>
              <a:t>Gender</a:t>
            </a:r>
            <a:endParaRPr lang="tr-TR" dirty="0"/>
          </a:p>
          <a:p>
            <a:pPr lvl="2"/>
            <a:r>
              <a:rPr lang="tr-TR" dirty="0" err="1"/>
              <a:t>Awards</a:t>
            </a:r>
            <a:endParaRPr lang="tr-TR" dirty="0"/>
          </a:p>
          <a:p>
            <a:pPr lvl="2"/>
            <a:r>
              <a:rPr lang="tr-TR" dirty="0" err="1"/>
              <a:t>Pre-job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show</a:t>
            </a:r>
            <a:r>
              <a:rPr lang="tr-TR" dirty="0"/>
              <a:t> </a:t>
            </a:r>
            <a:r>
              <a:rPr lang="en-US" dirty="0"/>
              <a:t>the previous works of the person</a:t>
            </a:r>
            <a:r>
              <a:rPr lang="tr-TR" dirty="0"/>
              <a:t>.</a:t>
            </a:r>
          </a:p>
          <a:p>
            <a:pPr lvl="1"/>
            <a:r>
              <a:rPr lang="en-US" dirty="0"/>
              <a:t>Director has a type attribute to show the type of the director.</a:t>
            </a:r>
          </a:p>
          <a:p>
            <a:pPr lvl="1"/>
            <a:r>
              <a:rPr lang="en-US" dirty="0"/>
              <a:t>Musician has a song attribute to show the composed songs.</a:t>
            </a:r>
            <a:endParaRPr lang="tr-TR" dirty="0"/>
          </a:p>
          <a:p>
            <a:pPr lvl="1"/>
            <a:r>
              <a:rPr lang="en-US" dirty="0"/>
              <a:t>Producer has a company attribute to show which movie company he/she is working with.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5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Entities</a:t>
            </a:r>
            <a:r>
              <a:rPr lang="tr-TR" dirty="0"/>
              <a:t>’ </a:t>
            </a:r>
            <a:r>
              <a:rPr lang="tr-TR" dirty="0" err="1"/>
              <a:t>Attributes</a:t>
            </a:r>
            <a:r>
              <a:rPr lang="tr-TR" dirty="0"/>
              <a:t> &amp; </a:t>
            </a:r>
            <a:r>
              <a:rPr lang="tr-TR" dirty="0" err="1"/>
              <a:t>Relationships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Genre is an entity with only «Name» attribute for the genre which is also the primary </a:t>
            </a:r>
            <a:r>
              <a:rPr lang="en-US" dirty="0" err="1"/>
              <a:t>ke</a:t>
            </a:r>
            <a:r>
              <a:rPr lang="tr-TR" dirty="0"/>
              <a:t>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145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Entities</a:t>
            </a:r>
            <a:r>
              <a:rPr lang="tr-TR" dirty="0"/>
              <a:t>’ </a:t>
            </a:r>
            <a:r>
              <a:rPr lang="tr-TR" dirty="0" err="1"/>
              <a:t>Attributes</a:t>
            </a:r>
            <a:r>
              <a:rPr lang="tr-TR" dirty="0"/>
              <a:t> &amp; </a:t>
            </a:r>
            <a:r>
              <a:rPr lang="tr-TR" dirty="0" err="1"/>
              <a:t>Relationships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Episode</a:t>
            </a:r>
            <a:r>
              <a:rPr lang="tr-TR" dirty="0"/>
              <a:t> is a </a:t>
            </a:r>
            <a:r>
              <a:rPr lang="tr-TR" dirty="0" err="1"/>
              <a:t>weak</a:t>
            </a:r>
            <a:r>
              <a:rPr lang="tr-TR" dirty="0"/>
              <a:t> </a:t>
            </a:r>
            <a:r>
              <a:rPr lang="tr-TR" dirty="0" err="1"/>
              <a:t>entity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Episode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is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primary</a:t>
            </a:r>
            <a:r>
              <a:rPr lang="tr-TR" dirty="0"/>
              <a:t> </a:t>
            </a:r>
            <a:r>
              <a:rPr lang="tr-TR" dirty="0" err="1"/>
              <a:t>key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Season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.</a:t>
            </a:r>
          </a:p>
          <a:p>
            <a:pPr lvl="1"/>
            <a:r>
              <a:rPr lang="tr-TR" dirty="0"/>
              <a:t>Name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episode</a:t>
            </a:r>
            <a:r>
              <a:rPr lang="tr-T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92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Entities</a:t>
            </a:r>
            <a:r>
              <a:rPr lang="tr-TR" dirty="0"/>
              <a:t>’ </a:t>
            </a:r>
            <a:r>
              <a:rPr lang="tr-TR" dirty="0" err="1"/>
              <a:t>Attributes</a:t>
            </a:r>
            <a:r>
              <a:rPr lang="tr-TR" dirty="0"/>
              <a:t> &amp; </a:t>
            </a:r>
            <a:r>
              <a:rPr lang="tr-TR" dirty="0" err="1"/>
              <a:t>Relationships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Relationship of «TVSERIES»:</a:t>
            </a:r>
          </a:p>
          <a:p>
            <a:pPr lvl="1"/>
            <a:r>
              <a:rPr lang="en-US" dirty="0"/>
              <a:t>«Includes»: shows series’ episodes’ information.</a:t>
            </a:r>
          </a:p>
          <a:p>
            <a:r>
              <a:rPr lang="en-US" dirty="0"/>
              <a:t>Relationships of «MOVIE</a:t>
            </a:r>
            <a:r>
              <a:rPr lang="tr-TR" dirty="0"/>
              <a:t>» </a:t>
            </a:r>
            <a:r>
              <a:rPr lang="en-US" dirty="0"/>
              <a:t>&amp;</a:t>
            </a:r>
            <a:r>
              <a:rPr lang="tr-TR"/>
              <a:t> «</a:t>
            </a:r>
            <a:r>
              <a:rPr lang="en-US"/>
              <a:t>TVSERIES</a:t>
            </a:r>
            <a:r>
              <a:rPr lang="en-US" dirty="0"/>
              <a:t>»:</a:t>
            </a:r>
          </a:p>
          <a:p>
            <a:pPr lvl="1"/>
            <a:r>
              <a:rPr lang="en-US" dirty="0"/>
              <a:t>«</a:t>
            </a:r>
            <a:r>
              <a:rPr lang="en-US" dirty="0" err="1"/>
              <a:t>Part_of</a:t>
            </a:r>
            <a:r>
              <a:rPr lang="en-US" dirty="0"/>
              <a:t>»: shows the crew members of the movie/series.</a:t>
            </a:r>
          </a:p>
          <a:p>
            <a:pPr lvl="1"/>
            <a:r>
              <a:rPr lang="en-US" dirty="0"/>
              <a:t>«</a:t>
            </a:r>
            <a:r>
              <a:rPr lang="en-US" dirty="0" err="1"/>
              <a:t>Belongs_to</a:t>
            </a:r>
            <a:r>
              <a:rPr lang="en-US" dirty="0"/>
              <a:t>»: shows the genre of the movie/series.</a:t>
            </a:r>
          </a:p>
          <a:p>
            <a:pPr lvl="1"/>
            <a:r>
              <a:rPr lang="en-US" dirty="0"/>
              <a:t>«Has»: shows the reviews of the movie/series.</a:t>
            </a:r>
          </a:p>
        </p:txBody>
      </p:sp>
    </p:spTree>
    <p:extLst>
      <p:ext uri="{BB962C8B-B14F-4D97-AF65-F5344CB8AC3E}">
        <p14:creationId xmlns:p14="http://schemas.microsoft.com/office/powerpoint/2010/main" val="1805398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ER </a:t>
            </a:r>
            <a:r>
              <a:rPr lang="tr-TR" dirty="0" err="1"/>
              <a:t>Diagram</a:t>
            </a:r>
            <a:endParaRPr lang="en-US" dirty="0"/>
          </a:p>
        </p:txBody>
      </p:sp>
      <p:pic>
        <p:nvPicPr>
          <p:cNvPr id="4" name="Picture 2" descr="C:\Users\BERKAYPC\Desktop\erschem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79" y="1835534"/>
            <a:ext cx="8827209" cy="3825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5003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1215</TotalTime>
  <Words>578</Words>
  <Application>Microsoft Office PowerPoint</Application>
  <PresentationFormat>Ekran Gösterisi (4:3)</PresentationFormat>
  <Paragraphs>80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4" baseType="lpstr">
      <vt:lpstr>Ion</vt:lpstr>
      <vt:lpstr>CMPE341 Project: Movie/Series Database</vt:lpstr>
      <vt:lpstr>INTRODUCTION </vt:lpstr>
      <vt:lpstr>Aim of the Project</vt:lpstr>
      <vt:lpstr>General Design</vt:lpstr>
      <vt:lpstr>Entities’ Attributes &amp; Relationships</vt:lpstr>
      <vt:lpstr>Entities’ Attributes &amp; Relationships</vt:lpstr>
      <vt:lpstr>Entities’ Attributes &amp; Relationships</vt:lpstr>
      <vt:lpstr>Entities’ Attributes &amp; Relationships</vt:lpstr>
      <vt:lpstr>Entities’ Attributes &amp; Relationships</vt:lpstr>
      <vt:lpstr>Entities’ Attributes &amp; Relationships</vt:lpstr>
      <vt:lpstr>Entities’ Attributes &amp; Relationships</vt:lpstr>
      <vt:lpstr>Entities’ Attributes &amp; Relationships</vt:lpstr>
      <vt:lpstr>ER Diagram</vt:lpstr>
    </vt:vector>
  </TitlesOfParts>
  <Company>Silentall Unattended Installer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CMPE341 Project: Movie/Series Database</dc:title>
  <dc:creator>BERKAYPC</dc:creator>
  <cp:lastModifiedBy>BERKAYPC</cp:lastModifiedBy>
  <cp:revision>41</cp:revision>
  <dcterms:created xsi:type="dcterms:W3CDTF">2021-01-06T11:59:38Z</dcterms:created>
  <dcterms:modified xsi:type="dcterms:W3CDTF">2021-01-08T09:41:33Z</dcterms:modified>
</cp:coreProperties>
</file>